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89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0" y="274320"/>
            <a:ext cx="1645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0" y="274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0" y="274320"/>
            <a:ext cx="16459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0" y="274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822960"/>
            <a:ext cx="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92240" y="822960"/>
            <a:ext cx="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2979FF"/>
          </a:solidFill>
          <a:ln w="12700">
            <a:solidFill>
              <a:srgbClr val="297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/ dynamo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0" cy="1371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2423160"/>
          </a:xfrm>
          <a:prstGeom prst="roundRect">
            <a:avLst>
              <a:gd name="adj" fmla="val 566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 Inductor (Frontend)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7863840" cy="1828800"/>
          </a:xfrm>
          <a:prstGeom prst="roundRect">
            <a:avLst>
              <a:gd name="adj" fmla="val 6000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3134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InductorIR compiler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5820" y="3421715"/>
            <a:ext cx="2125980" cy="562356"/>
          </a:xfrm>
          <a:prstGeom prst="roundRect">
            <a:avLst>
              <a:gd name="adj" fmla="val 7246"/>
            </a:avLst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421714"/>
            <a:ext cx="2194560" cy="555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Spyre </a:t>
            </a:r>
            <a:r>
              <a:rPr lang="en-US" sz="15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OpSpec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74520" y="4160520"/>
            <a:ext cx="0" cy="16459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89187" y="4160520"/>
            <a:ext cx="0" cy="16459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8720" y="4361688"/>
            <a:ext cx="1371600" cy="5943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88720" y="43616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SDSC</a:t>
            </a:r>
            <a:endParaRPr lang="en-US" sz="13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5AD1BC4B-83DB-7001-C205-C9DC710172EE}"/>
              </a:ext>
            </a:extLst>
          </p:cNvPr>
          <p:cNvSpPr/>
          <p:nvPr/>
        </p:nvSpPr>
        <p:spPr>
          <a:xfrm>
            <a:off x="3434760" y="3403132"/>
            <a:ext cx="2125980" cy="562356"/>
          </a:xfrm>
          <a:prstGeom prst="roundRect">
            <a:avLst>
              <a:gd name="adj" fmla="val 7246"/>
            </a:avLst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03387" y="4361688"/>
            <a:ext cx="1371600" cy="5943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03387" y="436168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98601" y="3396699"/>
            <a:ext cx="2062139" cy="562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LoopLevel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IR</a:t>
            </a:r>
            <a:endParaRPr lang="en-US" sz="1300" dirty="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63772683-4D6B-4787-D6EC-850CF3DFB0FB}"/>
              </a:ext>
            </a:extLst>
          </p:cNvPr>
          <p:cNvSpPr/>
          <p:nvPr/>
        </p:nvSpPr>
        <p:spPr>
          <a:xfrm flipH="1">
            <a:off x="2968753" y="3731941"/>
            <a:ext cx="431628" cy="7436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3EB5CB1D-E3C0-7F6F-C99D-213FFF24B8D2}"/>
              </a:ext>
            </a:extLst>
          </p:cNvPr>
          <p:cNvSpPr/>
          <p:nvPr/>
        </p:nvSpPr>
        <p:spPr>
          <a:xfrm>
            <a:off x="6090587" y="3403132"/>
            <a:ext cx="2125980" cy="562356"/>
          </a:xfrm>
          <a:prstGeom prst="roundRect">
            <a:avLst>
              <a:gd name="adj" fmla="val 7246"/>
            </a:avLst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B9A0CBA8-025A-D74C-807D-DD40FB43D366}"/>
              </a:ext>
            </a:extLst>
          </p:cNvPr>
          <p:cNvSpPr/>
          <p:nvPr/>
        </p:nvSpPr>
        <p:spPr>
          <a:xfrm>
            <a:off x="6022007" y="3403131"/>
            <a:ext cx="2194560" cy="555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Spyre </a:t>
            </a:r>
            <a:r>
              <a:rPr lang="en-US" sz="15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OpSpec</a:t>
            </a:r>
            <a:endParaRPr lang="en-US" sz="1500" dirty="0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E21DEC9D-EB0D-C5A9-E574-DE0E7372D41A}"/>
              </a:ext>
            </a:extLst>
          </p:cNvPr>
          <p:cNvSpPr/>
          <p:nvPr/>
        </p:nvSpPr>
        <p:spPr>
          <a:xfrm flipV="1">
            <a:off x="5560740" y="3665035"/>
            <a:ext cx="529847" cy="7433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95B272BF-D70F-EFA9-260A-B3F57A9BA172}"/>
              </a:ext>
            </a:extLst>
          </p:cNvPr>
          <p:cNvSpPr/>
          <p:nvPr/>
        </p:nvSpPr>
        <p:spPr>
          <a:xfrm>
            <a:off x="3421202" y="2669751"/>
            <a:ext cx="2125980" cy="356208"/>
          </a:xfrm>
          <a:prstGeom prst="roundRect">
            <a:avLst>
              <a:gd name="adj" fmla="val 7246"/>
            </a:avLst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D926E779-FAF7-045A-F1D4-9E36541D3CE6}"/>
              </a:ext>
            </a:extLst>
          </p:cNvPr>
          <p:cNvSpPr/>
          <p:nvPr/>
        </p:nvSpPr>
        <p:spPr>
          <a:xfrm>
            <a:off x="3400382" y="2628900"/>
            <a:ext cx="2160358" cy="430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Graph</a:t>
            </a:r>
            <a:endParaRPr lang="en-US" sz="130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88A16B6D-36DA-F19C-D85C-ED28C6CE9FC7}"/>
              </a:ext>
            </a:extLst>
          </p:cNvPr>
          <p:cNvSpPr/>
          <p:nvPr/>
        </p:nvSpPr>
        <p:spPr>
          <a:xfrm>
            <a:off x="4490224" y="3070413"/>
            <a:ext cx="7434" cy="325284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25</Words>
  <Application>Microsoft Macintosh PowerPoint</Application>
  <PresentationFormat>On-screen Show 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Grove</cp:lastModifiedBy>
  <cp:revision>4</cp:revision>
  <dcterms:created xsi:type="dcterms:W3CDTF">2026-03-30T22:46:48Z</dcterms:created>
  <dcterms:modified xsi:type="dcterms:W3CDTF">2026-03-31T00:59:19Z</dcterms:modified>
</cp:coreProperties>
</file>